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20" kern="0" dirty="0">
                <a:solidFill>
                  <a:srgbClr val="8A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 SOCIAL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9659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OFFER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2286000"/>
            <a:ext cx="10241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work together.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566928" y="3611880"/>
            <a:ext cx="777240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3886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bring the business need and the last yes. Rua plans, shoots, and delivers a defined body of work with a clear finish.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66928" y="6473952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     Euro, exclusive of VAT     Three retainers, plus a project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bring the business need</a:t>
            </a:r>
            <a:endParaRPr lang="en-US" sz="4000" dirty="0"/>
          </a:p>
          <a:p>
            <a:pPr indent="0" marL="0">
              <a:buNone/>
            </a:pPr>
            <a:r>
              <a:rPr lang="en-US" sz="4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the last yes.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41148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8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 plans, shoots, and delivers a defined body of work with a clear finish.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 Social  ·  Working offer, August 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161727" y="64739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/  11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retainers, or a project.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work is paid in advance. A project is 50 percent to confirm and 50 percent on delivery. Dates are held only when that first payment lands.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3551834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39112"/>
            <a:ext cx="30397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 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30397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22960" y="3017520"/>
            <a:ext cx="30397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€1,200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822960" y="3538728"/>
            <a:ext cx="30397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ex VAT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0397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Footage you already have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19930" y="1783080"/>
            <a:ext cx="3551834" cy="3063240"/>
          </a:xfrm>
          <a:prstGeom prst="roundRect">
            <a:avLst>
              <a:gd name="adj" fmla="val 2985"/>
            </a:avLst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5962" y="2039112"/>
            <a:ext cx="30397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 02  ·  RECOMMENDED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5962" y="2423160"/>
            <a:ext cx="30397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Monthly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575962" y="3017520"/>
            <a:ext cx="30397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€2,500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575962" y="3538728"/>
            <a:ext cx="30397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ex VAT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5962" y="4023360"/>
            <a:ext cx="30397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shoot, then the month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072933" y="1783080"/>
            <a:ext cx="3551834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8965" y="2039112"/>
            <a:ext cx="30397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 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28965" y="2423160"/>
            <a:ext cx="30397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Studio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8328965" y="3017520"/>
            <a:ext cx="30397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€4,000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328965" y="3538728"/>
            <a:ext cx="30397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ex VAT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328965" y="4023360"/>
            <a:ext cx="30397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days, higher volume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66928" y="50292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 sits beside these. From €2,500, 50 / 50, no monthly obligation.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 Social  ·  Working offer, August 2026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161727" y="64739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/  11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41732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1764792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66928" y="2468880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€1,200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66928" y="3108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ex VAT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4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have the footage. We turn it into finished pieces, ready to post.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097280"/>
            <a:ext cx="5074920" cy="896112"/>
          </a:xfrm>
          <a:prstGeom prst="roundRect">
            <a:avLst>
              <a:gd name="adj" fmla="val 8163"/>
            </a:avLst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0" y="1335024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8 edited pieces a month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37960" y="2121408"/>
            <a:ext cx="5074920" cy="896112"/>
          </a:xfrm>
          <a:prstGeom prst="roundRect">
            <a:avLst>
              <a:gd name="adj" fmla="val 8163"/>
            </a:avLst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235915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Captions, titles, platform formats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537960" y="3145536"/>
            <a:ext cx="5074920" cy="896112"/>
          </a:xfrm>
          <a:prstGeom prst="roundRect">
            <a:avLst>
              <a:gd name="adj" fmla="val 8163"/>
            </a:avLst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0" y="338328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revision round per piece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537960" y="4169664"/>
            <a:ext cx="5074920" cy="896112"/>
          </a:xfrm>
          <a:prstGeom prst="roundRect">
            <a:avLst>
              <a:gd name="adj" fmla="val 8163"/>
            </a:avLst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0" y="4407408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shoot day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66928" y="64739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 Social  ·  Working offer, August 2026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161727" y="64739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/  11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41732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 02  ·  RECOMMENDED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1764792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Monthly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66928" y="2468880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€2,500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66928" y="3108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ex VAT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shoot day and the month's output. The usual way to stay in a rhythm.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097280"/>
            <a:ext cx="5074920" cy="896112"/>
          </a:xfrm>
          <a:prstGeom prst="roundRect">
            <a:avLst>
              <a:gd name="adj" fmla="val 8163"/>
            </a:avLst>
          </a:prstGeom>
          <a:solidFill>
            <a:srgbClr val="12121F"/>
          </a:solidFill>
          <a:ln w="12700">
            <a:solidFill>
              <a:srgbClr val="2A2A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0" y="1335024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full shoot day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37960" y="2121408"/>
            <a:ext cx="5074920" cy="896112"/>
          </a:xfrm>
          <a:prstGeom prst="roundRect">
            <a:avLst>
              <a:gd name="adj" fmla="val 8163"/>
            </a:avLst>
          </a:prstGeom>
          <a:solidFill>
            <a:srgbClr val="12121F"/>
          </a:solidFill>
          <a:ln w="12700">
            <a:solidFill>
              <a:srgbClr val="2A2A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235915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or more finished pieces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537960" y="3145536"/>
            <a:ext cx="5074920" cy="896112"/>
          </a:xfrm>
          <a:prstGeom prst="roundRect">
            <a:avLst>
              <a:gd name="adj" fmla="val 8163"/>
            </a:avLst>
          </a:prstGeom>
          <a:solidFill>
            <a:srgbClr val="12121F"/>
          </a:solidFill>
          <a:ln w="12700">
            <a:solidFill>
              <a:srgbClr val="2A2A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0" y="338328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call, captions, titles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537960" y="4169664"/>
            <a:ext cx="5074920" cy="896112"/>
          </a:xfrm>
          <a:prstGeom prst="roundRect">
            <a:avLst>
              <a:gd name="adj" fmla="val 8163"/>
            </a:avLst>
          </a:prstGeom>
          <a:solidFill>
            <a:srgbClr val="12121F"/>
          </a:solidFill>
          <a:ln w="12700">
            <a:solidFill>
              <a:srgbClr val="2A2A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0" y="4407408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revision round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66928" y="64739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 Social  ·  Working offer, August 2026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161727" y="64739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/  11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41732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1764792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Studio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66928" y="2468880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€4,000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66928" y="3108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ex VAT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4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volume. Two shoot days, more finished work, a monthly review.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097280"/>
            <a:ext cx="5074920" cy="896112"/>
          </a:xfrm>
          <a:prstGeom prst="roundRect">
            <a:avLst>
              <a:gd name="adj" fmla="val 8163"/>
            </a:avLst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6560" y="1335024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shoot days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37960" y="2121408"/>
            <a:ext cx="5074920" cy="896112"/>
          </a:xfrm>
          <a:prstGeom prst="roundRect">
            <a:avLst>
              <a:gd name="adj" fmla="val 8163"/>
            </a:avLst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235915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or more finished pieces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537960" y="3145536"/>
            <a:ext cx="5074920" cy="896112"/>
          </a:xfrm>
          <a:prstGeom prst="roundRect">
            <a:avLst>
              <a:gd name="adj" fmla="val 8163"/>
            </a:avLst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0" y="338328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review of what ran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537960" y="4169664"/>
            <a:ext cx="5074920" cy="896112"/>
          </a:xfrm>
          <a:prstGeom prst="roundRect">
            <a:avLst>
              <a:gd name="adj" fmla="val 8163"/>
            </a:avLst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0" y="4407408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revision round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66928" y="64739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 Social  ·  Working offer, August 2026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161727" y="64739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/  11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114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HOC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229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project.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635240" y="777240"/>
            <a:ext cx="3977640" cy="1417320"/>
          </a:xfrm>
          <a:prstGeom prst="roundRect">
            <a:avLst>
              <a:gd name="adj" fmla="val 6452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18120" y="9144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€2,500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81812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VAT  ·  50 / 50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" y="22860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defined sprint with a finish: research, concepts, one shoot day, a bank of 10 or more pieces. No monthly obligation.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66928" y="33832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the sprint works, a retainer conversation is then worth both sides' time.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66928" y="416052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41605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337560" y="416052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41605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08192" y="416052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08192" y="41605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shoot day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878824" y="416052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78824" y="41605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or more pieces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64739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 Social  ·  Working offer, August 2026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161727" y="64739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/  11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STARTS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a shape. Then we write it down.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51834" cy="4160520"/>
          </a:xfrm>
          <a:prstGeom prst="roundRect">
            <a:avLst>
              <a:gd name="adj" fmla="val 2574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69164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2377440"/>
            <a:ext cx="300319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Choose a retainer, or a project.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41248" y="3566160"/>
            <a:ext cx="300319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are unsure, say what you need done and by when. I will recommend one shape.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19930" y="1417320"/>
            <a:ext cx="3551834" cy="4160520"/>
          </a:xfrm>
          <a:prstGeom prst="roundRect">
            <a:avLst>
              <a:gd name="adj" fmla="val 2574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4250" y="169164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425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94250" y="2377440"/>
            <a:ext cx="300319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fill a short scope of work.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94250" y="3566160"/>
            <a:ext cx="300319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Deliverables, floor, inclusions, exclusions, the decision owner, and the price. Email is enough to agree it.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72933" y="1417320"/>
            <a:ext cx="3551834" cy="4160520"/>
          </a:xfrm>
          <a:prstGeom prst="roundRect">
            <a:avLst>
              <a:gd name="adj" fmla="val 2574"/>
            </a:avLst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47253" y="169164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47253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47253" y="2377440"/>
            <a:ext cx="300319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payment confirms the work.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47253" y="3566160"/>
            <a:ext cx="300319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Retainers: the first month in advance. A project: 50 percent. Dates are held only once that lands.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66928" y="64739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 Social  ·  Working offer, August 2026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161727" y="64739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/  11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18288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option names a conservative quantity.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9260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4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output, when it happens, is one-off. It does not raise the next month's obligation or change the price on its own.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 Social  ·  Working offer, August 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161727" y="64739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/  11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40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sits in the price, and what does not.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5400904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1536192"/>
            <a:ext cx="476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4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86968" y="2057400"/>
            <a:ext cx="47608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Planning, kit, edit and grade for the committed work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86968" y="2926080"/>
            <a:ext cx="47608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Captions, on-screen titles, platform formats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86968" y="3794760"/>
            <a:ext cx="47608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revision round per piece, 48-hour feedback windows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6968" y="4663440"/>
            <a:ext cx="47608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on your own site and social channels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23864" y="1325880"/>
            <a:ext cx="5400904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43904" y="1536192"/>
            <a:ext cx="476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40" kern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INCLUDED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43904" y="2057400"/>
            <a:ext cx="47608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posting or channel management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43904" y="2926080"/>
            <a:ext cx="47608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media, boosting, or ads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43904" y="3794760"/>
            <a:ext cx="47608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shoot days, or usage beyond your own channels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43904" y="4663440"/>
            <a:ext cx="47608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beyond the agreed engagement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Rua Social  ·  Working offer, August 2026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161727" y="64739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/  11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344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160020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a shape.</a:t>
            </a:r>
            <a:endParaRPr lang="en-US" sz="3600" dirty="0"/>
          </a:p>
          <a:p>
            <a:pPr indent="0" marL="0">
              <a:buNone/>
            </a:pPr>
            <a:r>
              <a:rPr lang="en-US" sz="3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we write it down.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342900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is a confirmed engagement. The scope of work is the contract. The first payment is the gate.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Darragh Hoare     darragh@ruasocial.ie     +353 85 715 0077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we work together</dc:title>
  <dc:subject>Working offer, August 2026</dc:subject>
  <dc:creator>Rua Social</dc:creator>
  <cp:lastModifiedBy>Rua Social</cp:lastModifiedBy>
  <cp:revision>1</cp:revision>
  <dcterms:created xsi:type="dcterms:W3CDTF">2026-08-18T12:32:49Z</dcterms:created>
  <dcterms:modified xsi:type="dcterms:W3CDTF">2026-08-18T12:32:49Z</dcterms:modified>
</cp:coreProperties>
</file>