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20" kern="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OFFER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228600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work together.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66928" y="3611880"/>
            <a:ext cx="777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86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the business need and the last yes. Rua plans, shoots, and delivers a defined body of work with a clear finish.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647395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   Euro, exclusive of VAT     Three retainers, plus a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bring the business need</a:t>
            </a:r>
            <a:endParaRPr lang="en-US" sz="4000" dirty="0"/>
          </a:p>
          <a:p>
            <a:pPr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last yes.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plans, shoots, and delivers a defined body of work with a clear finish.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  ·  Working offer, August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61727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retainers, or a project.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work is paid in advance. A project is 50 percent to confirm and 50 percent on delivery. Dates are held only when that first payment lands.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51834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039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39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€1,200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3538728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ex VAT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039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you already have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19930" y="1783080"/>
            <a:ext cx="3551834" cy="3063240"/>
          </a:xfrm>
          <a:prstGeom prst="roundRect">
            <a:avLst>
              <a:gd name="adj" fmla="val 2985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5962" y="2039112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02  ·  RECOMMENDED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5962" y="2423160"/>
            <a:ext cx="3039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5962" y="3017520"/>
            <a:ext cx="3039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€2,200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5962" y="3538728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ex VAT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5962" y="4023360"/>
            <a:ext cx="3039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shoot, then the month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72933" y="1783080"/>
            <a:ext cx="3551834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8965" y="2039112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8965" y="2423160"/>
            <a:ext cx="3039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28965" y="3017520"/>
            <a:ext cx="3039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€4,000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28965" y="3538728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ex VAT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8965" y="4023360"/>
            <a:ext cx="3039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days, higher volume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5029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sits beside these. From €2,500, 50 / 50, no monthly obligation.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  ·  Working offer, August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161727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76479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€1,200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ex VAT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the footage. We turn it into finished pieces, ready to post.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09728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33502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 edited pieces a month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121408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35915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titles, platform formats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3145536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3832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revision round per piece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4169664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4074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shoot 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  ·  Working offer, August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161727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02  ·  RECOMMENDED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76479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€2,200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ex VAT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shoot day and the month's output. The usual way to stay in a rhythm.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09728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21F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33502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shoot day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121408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21F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35915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or more finished pieces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3145536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21F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3832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call, captions, titles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4169664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21F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4074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revision round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  ·  Working offer, August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161727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76479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€4,000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ex VAT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volume. Two shoot days, more finished work, a monthly review.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09728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33502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shoot days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121408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35915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or more finished pieces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3145536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3832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of what ran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4169664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4074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revision round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  ·  Working offer, August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161727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project.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35240" y="77724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€2,500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181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VAT  ·  50 / 50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sprint with a finish: research, concepts, one shoot day, a bank of 10 or more pieces. No monthly obligation.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33832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sprint works, a retainer conversation is then worth both sides' time.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37560" y="41605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08192" y="41605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shoot day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78824" y="416052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78824" y="4160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or more pieces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  ·  Working offer, August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61727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shape. Then we write it down.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51834" cy="416052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91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77440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retainer, or a project.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3566160"/>
            <a:ext cx="30031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unsure, say what you need done and by when. I will recommend one shape.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19930" y="1417320"/>
            <a:ext cx="3551834" cy="416052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4250" y="1691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425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4250" y="2377440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fill a short scope of work.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4250" y="3566160"/>
            <a:ext cx="30031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Deliverables, floor, inclusions, exclusions, the decision owner, and the price. Email is enough to agree 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72933" y="1417320"/>
            <a:ext cx="3551834" cy="416052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7253" y="1691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7253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47253" y="2377440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payment confirms the work.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47253" y="3566160"/>
            <a:ext cx="300319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Retainers: the first month in advance. A project: 50 percent. Dates are held only once that lands.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  ·  Working offer, August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61727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option names a conservative quantity.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output, when it happens, is one-off. It does not raise the next month's obligation or change the price on its own.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  ·  Working offer, August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61727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sits in the price, and what does not.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00904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536192"/>
            <a:ext cx="476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2057400"/>
            <a:ext cx="476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kit, edit and grade for the committed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926080"/>
            <a:ext cx="476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on-screen titles, platform formats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3794760"/>
            <a:ext cx="476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revision round per piece, 48-hour feedback windows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4663440"/>
            <a:ext cx="476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on your own site and social channels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3864" y="1325880"/>
            <a:ext cx="5400904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3904" y="1536192"/>
            <a:ext cx="476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43904" y="2057400"/>
            <a:ext cx="476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posting or channel management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43904" y="2926080"/>
            <a:ext cx="476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media, boosting, or ads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3904" y="3794760"/>
            <a:ext cx="476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shoot days, or usage beyond your own channels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43904" y="4663440"/>
            <a:ext cx="476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beyond the agreed engagement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Social  ·  Working offer, August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61727" y="6473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6002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shape.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we write it down.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4290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 confirmed engagement. The scope of work is the contract. The first payment is the gate.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Darragh Hoare     darragh@ruasocial.ie     +353 85 715 0077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 work together</dc:title>
  <dc:subject>Working offer, August 2026</dc:subject>
  <dc:creator>Rua Social</dc:creator>
  <cp:lastModifiedBy>Rua Social</cp:lastModifiedBy>
  <cp:revision>1</cp:revision>
  <dcterms:created xsi:type="dcterms:W3CDTF">2026-08-17T15:17:43Z</dcterms:created>
  <dcterms:modified xsi:type="dcterms:W3CDTF">2026-08-17T15:17:43Z</dcterms:modified>
</cp:coreProperties>
</file>