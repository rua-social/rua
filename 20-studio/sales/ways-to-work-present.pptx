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20" kern="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9659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OFFER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286000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work together.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566928" y="3611880"/>
            <a:ext cx="77724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886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the business need and the last yes. Rua plans, shoots, and delivers a defined body of work with a clear finish.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6928" y="6473952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   Euro, exclusive of VAT     Three retainers, plus a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bring the business need</a:t>
            </a:r>
            <a:endParaRPr lang="en-US" sz="4000" dirty="0"/>
          </a:p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last yes.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plans, shoots, and delivers a defined body of work with a clear finish.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11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retainers, or a project.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work is paid in advance. A project is 50 percent to confirm and 50 percent on delivery. Dates are held only when that first payment lands.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355183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39112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€1,200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22960" y="3538728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you already have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19930" y="1783080"/>
            <a:ext cx="3551834" cy="3063240"/>
          </a:xfrm>
          <a:prstGeom prst="roundRect">
            <a:avLst>
              <a:gd name="adj" fmla="val 2985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5962" y="2039112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02  ·  RECOMMENDED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5962" y="24231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75962" y="301752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€2,500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575962" y="3538728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5962" y="40233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shoot, then the month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72933" y="1783080"/>
            <a:ext cx="355183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039112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8965" y="24231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328965" y="301752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€4,000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328965" y="3538728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8965" y="40233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days, higher volume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6928" y="5029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sits beside these. From €2,500, 50 / 50, no monthly obligation.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11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7647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24688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€1,200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footage. We turn it into finished pieces, ready to post.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097280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33502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8 edited pieces a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121408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3591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Captions, titles, platform formats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145536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832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revision rounds per piece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4169664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40740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shoot day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11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02  ·  RECOMMENDED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7647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24688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€2,500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shoot day and the month's output. The usual way to stay in a rhythm.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097280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33502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shoot day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121408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3591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or more finished pieces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145536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832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call, captions, titles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4169664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40740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revision rounds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  11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7647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24688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€4,000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volume. Two shoot days, more finished work, a monthly review.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097280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33502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shoot days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121408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3591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or more finished pieces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145536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832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review of what ran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4169664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40740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revision rounds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  11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project.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635240" y="777240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18120" y="914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€2,500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81812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VAT  ·  50 / 50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sprint with a finish: research, concepts, one shoot day, a bank of 10 or more pieces. No monthly obligation.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66928" y="33832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sprint works, a retainer conversation is then worth both sides' time.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37560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08192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08192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shoot day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878824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78824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or more pieces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STARTS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a shape. Then we write it down.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51834" cy="4160520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6916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77440"/>
            <a:ext cx="30031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a retainer, or a project.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41248" y="3566160"/>
            <a:ext cx="300319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unsure, say what you need done and by when. I will recommend one shape.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19930" y="1417320"/>
            <a:ext cx="3551834" cy="4160520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4250" y="16916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25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4250" y="2377440"/>
            <a:ext cx="30031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fill a short scope of work.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94250" y="3566160"/>
            <a:ext cx="300319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Deliverables, floor, inclusions, exclusions, the decision owner, and the price. Email is enough to agree it.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72933" y="1417320"/>
            <a:ext cx="3551834" cy="4160520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47253" y="16916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7253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47253" y="2377440"/>
            <a:ext cx="30031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payment confirms the work.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47253" y="3566160"/>
            <a:ext cx="300319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Retainers: the first month in advance. A project: 50 percent. Dates are held only once that lands.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  11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option names a conservative quantity.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926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output, when it happens, is one-off. It does not raise the next month's obligation or change the price on its own.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/  11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sits in the price, and what does not.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00904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536192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205740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kit, edit and grade for the committed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6968" y="292608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Captions, on-screen titles, platform formats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revision rounds per piece, 48-hour feedback windows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466344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on your own site and social channels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23864" y="1325880"/>
            <a:ext cx="5400904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3904" y="1536192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40" kern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43904" y="205740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posting or channel management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43904" y="292608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media, boosting, or ads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3904" y="379476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shoot days, or usage beyond your own channels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43904" y="466344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beyond the agreed engagement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6002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a shape.</a:t>
            </a:r>
            <a:endParaRPr lang="en-US" sz="3600" dirty="0"/>
          </a:p>
          <a:p>
            <a:pPr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we write it down.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confirmed engagement. The scope of work is the contract. The first payment is the gate.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Darragh Hoare     darragh@ruasocial.ie     +353 85 715 0077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we work together</dc:title>
  <dc:subject>Working offer, August 2026</dc:subject>
  <dc:creator>Rua Social</dc:creator>
  <cp:lastModifiedBy>Rua Social</cp:lastModifiedBy>
  <cp:revision>1</cp:revision>
  <dcterms:created xsi:type="dcterms:W3CDTF">2026-08-18T19:25:48Z</dcterms:created>
  <dcterms:modified xsi:type="dcterms:W3CDTF">2026-08-18T19:25:48Z</dcterms:modified>
</cp:coreProperties>
</file>